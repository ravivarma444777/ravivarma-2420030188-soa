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502920"/>
            <a:ext cx="11155680" cy="868680"/>
          </a:xfrm>
          <a:prstGeom prst="roundRect">
            <a:avLst/>
          </a:prstGeom>
          <a:solidFill>
            <a:srgbClr val="0070C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Cybersecurity: Secure User Registration and Login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1783080"/>
            <a:ext cx="3840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Georgia"/>
              </a:defRPr>
            </a:pPr>
            <a:r>
              <a:t>SOA Project Review-2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947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Under the Guidance of</a:t>
            </a:r>
            <a:br/>
            <a:r>
              <a:t>Dr. Neelima Gogineni</a:t>
            </a:r>
            <a:br/>
            <a:r>
              <a:t>Professor,</a:t>
            </a:r>
            <a:br/>
            <a:r>
              <a:t>Department of Computer Science and Engineering,</a:t>
            </a:r>
            <a:br/>
            <a:r>
              <a:t>KLH CSE Bowrampet Campus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3794760"/>
            <a:ext cx="4206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Team Members -</a:t>
            </a:r>
            <a:br/>
            <a:r>
              <a:t>G Pushpak : 2420030107</a:t>
            </a:r>
            <a:br/>
            <a:r>
              <a:t>BH Ravi Varma : 2420030188</a:t>
            </a:r>
            <a:br/>
            <a:r>
              <a:t>P Sravanth : 2420030079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6510528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A5A"/>
                </a:solidFill>
              </a:defRPr>
            </a:pPr>
            <a:r>
              <a:t>SOA Project Review-2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53125" y="320040"/>
            <a:ext cx="285526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Georgia"/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1828800" cy="59436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143000"/>
            <a:ext cx="1920240" cy="594360"/>
          </a:xfrm>
          <a:prstGeom prst="roundRect">
            <a:avLst/>
          </a:prstGeom>
          <a:solidFill>
            <a:srgbClr val="EADC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React Web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143000"/>
            <a:ext cx="1920240" cy="59436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API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143000"/>
            <a:ext cx="2194560" cy="59436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Eureka / Service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Discovery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444752"/>
            <a:ext cx="365760" cy="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46320" y="1444752"/>
            <a:ext cx="457200" cy="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223760" y="1444752"/>
            <a:ext cx="457200" cy="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2331720"/>
            <a:ext cx="2057400" cy="6858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User &amp; Auth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331720"/>
            <a:ext cx="2057400" cy="6858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Profile &amp; Account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2331720"/>
            <a:ext cx="2057400" cy="6858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Session &amp; Token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331720"/>
            <a:ext cx="2057400" cy="685800"/>
          </a:xfrm>
          <a:prstGeom prst="roundRect">
            <a:avLst/>
          </a:prstGeom>
          <a:solidFill>
            <a:srgbClr val="EADC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Security &amp; Audit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645920" y="1737360"/>
            <a:ext cx="4617720" cy="59436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977639" y="1737360"/>
            <a:ext cx="2286001" cy="59436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63640" y="1737360"/>
            <a:ext cx="91440" cy="59436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63640" y="1737360"/>
            <a:ext cx="2468880" cy="59436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3657600"/>
            <a:ext cx="2331720" cy="731520"/>
          </a:xfrm>
          <a:prstGeom prst="roundRect">
            <a:avLst/>
          </a:prstGeom>
          <a:solidFill>
            <a:srgbClr val="EADC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Input Validation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&amp; Password Hashing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657600"/>
            <a:ext cx="2331720" cy="7315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JWT / Session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657600"/>
            <a:ext cx="2651760" cy="7315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MySQL Database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Users • Roles • Sessions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3657600"/>
            <a:ext cx="1828800" cy="73152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Security Logs &amp;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Monitoring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64208" y="3017520"/>
            <a:ext cx="393192" cy="64008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800600" y="3017520"/>
            <a:ext cx="1581912" cy="64008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726679" y="3017520"/>
            <a:ext cx="1005841" cy="64008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732520" y="3017520"/>
            <a:ext cx="1554480" cy="64008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971800" y="5074920"/>
            <a:ext cx="6217920" cy="6858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Secure Responses • Access Control • 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7598" y="6510528"/>
            <a:ext cx="11977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A5A"/>
                </a:solidFill>
              </a:defRPr>
            </a:pPr>
            <a:r>
              <a:t>SOA Project Review-2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44826" y="644652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2004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Georgia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/>
              <a:t>User Registration: </a:t>
            </a:r>
            <a:r>
              <a:rPr sz="1800"/>
              <a:t>Collect username, email, and password securely.</a:t>
            </a:r>
          </a:p>
          <a:p>
            <a:pPr>
              <a:spcAft>
                <a:spcPts val="1000"/>
              </a:spcAft>
            </a:pPr>
            <a:r>
              <a:rPr sz="1800" b="1"/>
              <a:t>Input Validation: </a:t>
            </a:r>
            <a:r>
              <a:rPr sz="1800"/>
              <a:t>Validate required fields, email format, and password rules.</a:t>
            </a:r>
          </a:p>
          <a:p>
            <a:pPr>
              <a:spcAft>
                <a:spcPts val="1000"/>
              </a:spcAft>
            </a:pPr>
            <a:r>
              <a:rPr sz="1800" b="1"/>
              <a:t>Password Hashing: </a:t>
            </a:r>
            <a:r>
              <a:rPr sz="1800"/>
              <a:t>Hash passwords before storing them in the database.</a:t>
            </a:r>
          </a:p>
          <a:p>
            <a:pPr>
              <a:spcAft>
                <a:spcPts val="1000"/>
              </a:spcAft>
            </a:pPr>
            <a:r>
              <a:rPr sz="1800" b="1"/>
              <a:t>Authentication: </a:t>
            </a:r>
            <a:r>
              <a:rPr sz="1800"/>
              <a:t>Verify credentials during login without exposing passwords.</a:t>
            </a:r>
          </a:p>
          <a:p>
            <a:pPr>
              <a:spcAft>
                <a:spcPts val="1000"/>
              </a:spcAft>
            </a:pPr>
            <a:r>
              <a:rPr sz="1800" b="1"/>
              <a:t>Token Generation: </a:t>
            </a:r>
            <a:r>
              <a:rPr sz="1800"/>
              <a:t>Generate a secure JWT/session token after successful login.</a:t>
            </a:r>
          </a:p>
          <a:p>
            <a:pPr>
              <a:spcAft>
                <a:spcPts val="1000"/>
              </a:spcAft>
            </a:pPr>
            <a:r>
              <a:rPr sz="1800" b="1"/>
              <a:t>Authorization: </a:t>
            </a:r>
            <a:r>
              <a:rPr sz="1800"/>
              <a:t>Check the authenticated user before allowing protected operations.</a:t>
            </a:r>
          </a:p>
          <a:p>
            <a:pPr>
              <a:spcAft>
                <a:spcPts val="1000"/>
              </a:spcAft>
            </a:pPr>
            <a:r>
              <a:rPr sz="1800" b="1"/>
              <a:t>Security Response: </a:t>
            </a:r>
            <a:r>
              <a:rPr sz="1800"/>
              <a:t>Return controlled messages and avoid revealing sensitive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6510528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A5A"/>
                </a:solidFill>
              </a:defRPr>
            </a:pPr>
            <a:r>
              <a:t>SOA Project Review-2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2004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Georgia"/>
              </a:defRPr>
            </a:pPr>
            <a:r>
              <a:t>Technical Soundness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/>
              <a:t>Secure Authentication: </a:t>
            </a:r>
            <a:r>
              <a:rPr sz="1500"/>
              <a:t>JWT/session-based authentication protects user accounts.</a:t>
            </a:r>
          </a:p>
          <a:p>
            <a:pPr>
              <a:spcAft>
                <a:spcPts val="1000"/>
              </a:spcAft>
            </a:pPr>
            <a:r>
              <a:rPr sz="1500" b="1"/>
              <a:t>Password Security: </a:t>
            </a:r>
            <a:r>
              <a:rPr sz="1500"/>
              <a:t>Passwords are hashed before database storage.</a:t>
            </a:r>
          </a:p>
          <a:p>
            <a:pPr>
              <a:spcAft>
                <a:spcPts val="1000"/>
              </a:spcAft>
            </a:pPr>
            <a:r>
              <a:rPr sz="1500" b="1"/>
              <a:t>Input Validation: </a:t>
            </a:r>
            <a:r>
              <a:rPr sz="1500"/>
              <a:t>User input is validated to reduce invalid or malicious data.</a:t>
            </a:r>
          </a:p>
          <a:p>
            <a:pPr>
              <a:spcAft>
                <a:spcPts val="1000"/>
              </a:spcAft>
            </a:pPr>
            <a:r>
              <a:rPr sz="1500" b="1"/>
              <a:t>Microservices Architecture: </a:t>
            </a:r>
            <a:r>
              <a:rPr sz="1500"/>
              <a:t>Separates authentication, profile, session, security and notification responsibilities.</a:t>
            </a:r>
          </a:p>
          <a:p>
            <a:pPr>
              <a:spcAft>
                <a:spcPts val="1000"/>
              </a:spcAft>
            </a:pPr>
            <a:r>
              <a:rPr sz="1500" b="1"/>
              <a:t>REST APIs: </a:t>
            </a:r>
            <a:r>
              <a:rPr sz="1500"/>
              <a:t>Enables communication between frontend, gateway, and backend services.</a:t>
            </a:r>
          </a:p>
          <a:p>
            <a:pPr>
              <a:spcAft>
                <a:spcPts val="1000"/>
              </a:spcAft>
            </a:pPr>
            <a:r>
              <a:rPr sz="1500" b="1"/>
              <a:t>Service Discovery: </a:t>
            </a:r>
            <a:r>
              <a:rPr sz="1500"/>
              <a:t>Eureka supports registration and discovery between microservices.</a:t>
            </a:r>
          </a:p>
          <a:p>
            <a:pPr>
              <a:spcAft>
                <a:spcPts val="1000"/>
              </a:spcAft>
            </a:pPr>
            <a:r>
              <a:rPr sz="1500" b="1"/>
              <a:t>API Gateway: </a:t>
            </a:r>
            <a:r>
              <a:rPr sz="1500"/>
              <a:t>Provides a single entry point and routes requests to the appropriate service.</a:t>
            </a:r>
          </a:p>
          <a:p>
            <a:pPr>
              <a:spcAft>
                <a:spcPts val="1000"/>
              </a:spcAft>
            </a:pPr>
            <a:r>
              <a:rPr sz="1500" b="1"/>
              <a:t>Authorization: </a:t>
            </a:r>
            <a:r>
              <a:rPr sz="1500"/>
              <a:t>Role/permission checks protect restricted operations.</a:t>
            </a:r>
          </a:p>
          <a:p>
            <a:pPr>
              <a:spcAft>
                <a:spcPts val="1000"/>
              </a:spcAft>
            </a:pPr>
            <a:r>
              <a:rPr sz="1500" b="1"/>
              <a:t>Testing: </a:t>
            </a:r>
            <a:r>
              <a:rPr sz="1500"/>
              <a:t>Postman can be used to test APIs and verify service communication.</a:t>
            </a:r>
          </a:p>
          <a:p>
            <a:pPr>
              <a:spcAft>
                <a:spcPts val="1000"/>
              </a:spcAft>
            </a:pPr>
            <a:r>
              <a:rPr sz="1500" b="1"/>
              <a:t>Scalability: </a:t>
            </a:r>
            <a:r>
              <a:rPr sz="1500"/>
              <a:t>Independent services can be developed, deployed, and scaled separately.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6510528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A5A"/>
                </a:solidFill>
              </a:defRPr>
            </a:pPr>
            <a:r>
              <a:t>SOA Project Review-2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48743" y="320040"/>
            <a:ext cx="32640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Georgia"/>
              </a:defRPr>
            </a:pPr>
            <a:r>
              <a:rPr dirty="0"/>
              <a:t>Project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06240" y="868680"/>
            <a:ext cx="3749039" cy="594360"/>
          </a:xfrm>
          <a:prstGeom prst="roundRect">
            <a:avLst/>
          </a:prstGeom>
          <a:solidFill>
            <a:srgbClr val="0070C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rPr>
                <a:solidFill>
                  <a:schemeClr val="tx1"/>
                </a:solidFill>
              </a:rPr>
              <a:t>Secure Login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83080"/>
            <a:ext cx="1554480" cy="59436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783080"/>
            <a:ext cx="1737360" cy="594360"/>
          </a:xfrm>
          <a:prstGeom prst="roundRect">
            <a:avLst/>
          </a:prstGeom>
          <a:solidFill>
            <a:srgbClr val="EADC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React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783080"/>
            <a:ext cx="1645920" cy="59436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API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783080"/>
            <a:ext cx="1645920" cy="59436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Eureka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075688"/>
            <a:ext cx="548640" cy="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54880" y="2075688"/>
            <a:ext cx="640080" cy="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40880" y="2075688"/>
            <a:ext cx="640080" cy="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2971800"/>
            <a:ext cx="1920240" cy="6858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User &amp; Auth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971800"/>
            <a:ext cx="1920240" cy="6858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Profile / Account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2971800"/>
            <a:ext cx="1920240" cy="6858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Session / Token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971800"/>
            <a:ext cx="1920240" cy="685800"/>
          </a:xfrm>
          <a:prstGeom prst="roundRect">
            <a:avLst/>
          </a:prstGeom>
          <a:solidFill>
            <a:srgbClr val="EADC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Security &amp; Audit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2971800"/>
            <a:ext cx="1737360" cy="6858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Notification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297680"/>
            <a:ext cx="2194560" cy="685800"/>
          </a:xfrm>
          <a:prstGeom prst="roundRect">
            <a:avLst/>
          </a:prstGeom>
          <a:solidFill>
            <a:srgbClr val="EADC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Security Validation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&amp; Hashing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297680"/>
            <a:ext cx="2194560" cy="6858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JWT / Session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4297680"/>
            <a:ext cx="2194560" cy="6858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Admin / User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Access Control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5486400"/>
            <a:ext cx="2743200" cy="59436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MySQL Database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Users • Roles • Sessions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98" y="6510528"/>
            <a:ext cx="11977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A5A"/>
                </a:solidFill>
              </a:defRPr>
            </a:pPr>
            <a:r>
              <a:t>SOA Project Review-2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4826" y="644652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2004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Georgia"/>
              </a:defRPr>
            </a:pPr>
            <a:r>
              <a:t>Implementation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/>
              <a:t>1. User &amp; Authentication Module: </a:t>
            </a:r>
            <a:r>
              <a:rPr sz="1700"/>
              <a:t>User registration/login flow and JWT-based access structure.</a:t>
            </a:r>
          </a:p>
          <a:p>
            <a:pPr>
              <a:spcAft>
                <a:spcPts val="1000"/>
              </a:spcAft>
            </a:pPr>
            <a:r>
              <a:rPr sz="1700" b="1"/>
              <a:t>2. Input Validation Module: </a:t>
            </a:r>
            <a:r>
              <a:rPr sz="1700"/>
              <a:t>Validation of required fields, email format, and password rules.</a:t>
            </a:r>
          </a:p>
          <a:p>
            <a:pPr>
              <a:spcAft>
                <a:spcPts val="1000"/>
              </a:spcAft>
            </a:pPr>
            <a:r>
              <a:rPr sz="1700" b="1"/>
              <a:t>3. Password Security Module: </a:t>
            </a:r>
            <a:r>
              <a:rPr sz="1700"/>
              <a:t>Password hashing before storing credentials.</a:t>
            </a:r>
          </a:p>
          <a:p>
            <a:pPr>
              <a:spcAft>
                <a:spcPts val="1000"/>
              </a:spcAft>
            </a:pPr>
            <a:r>
              <a:rPr sz="1700" b="1"/>
              <a:t>4. Session &amp; Authorization Module: </a:t>
            </a:r>
            <a:r>
              <a:rPr sz="1700"/>
              <a:t>Token/session handling and protection of restricted operations.</a:t>
            </a:r>
          </a:p>
          <a:p>
            <a:pPr>
              <a:spcAft>
                <a:spcPts val="1000"/>
              </a:spcAft>
            </a:pPr>
            <a:r>
              <a:rPr sz="1700" b="1"/>
              <a:t>5. Security Response Module: </a:t>
            </a:r>
            <a:r>
              <a:rPr sz="1700"/>
              <a:t>Controlled error messages without exposing sensitive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6510528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A5A"/>
                </a:solidFill>
              </a:defRPr>
            </a:pPr>
            <a:r>
              <a:t>SOA Project Review-2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2004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Georgia"/>
              </a:defRPr>
            </a:pPr>
            <a:r>
              <a:t>Testing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/>
              <a:t>API Testing: </a:t>
            </a:r>
            <a:r>
              <a:rPr sz="1800"/>
              <a:t>REST APIs can be tested using Postman.</a:t>
            </a:r>
          </a:p>
          <a:p>
            <a:pPr>
              <a:spcAft>
                <a:spcPts val="1000"/>
              </a:spcAft>
            </a:pPr>
            <a:r>
              <a:rPr sz="1800" b="1"/>
              <a:t>Registration Testing: </a:t>
            </a:r>
            <a:r>
              <a:rPr sz="1800"/>
              <a:t>Check valid, invalid, and missing registration inputs.</a:t>
            </a:r>
          </a:p>
          <a:p>
            <a:pPr>
              <a:spcAft>
                <a:spcPts val="1000"/>
              </a:spcAft>
            </a:pPr>
            <a:r>
              <a:rPr sz="1800" b="1"/>
              <a:t>Login Testing: </a:t>
            </a:r>
            <a:r>
              <a:rPr sz="1800"/>
              <a:t>Verify successful and failed authentication scenarios.</a:t>
            </a:r>
          </a:p>
          <a:p>
            <a:pPr>
              <a:spcAft>
                <a:spcPts val="1000"/>
              </a:spcAft>
            </a:pPr>
            <a:r>
              <a:rPr sz="1800" b="1"/>
              <a:t>Password Testing: </a:t>
            </a:r>
            <a:r>
              <a:rPr sz="1800"/>
              <a:t>Confirm that passwords are not stored in plain text.</a:t>
            </a:r>
          </a:p>
          <a:p>
            <a:pPr>
              <a:spcAft>
                <a:spcPts val="1000"/>
              </a:spcAft>
            </a:pPr>
            <a:r>
              <a:rPr sz="1800" b="1"/>
              <a:t>Authorization Testing: </a:t>
            </a:r>
            <a:r>
              <a:rPr sz="1800"/>
              <a:t>Verify that protected operations require valid authentication and permissions.</a:t>
            </a:r>
          </a:p>
          <a:p>
            <a:pPr>
              <a:spcAft>
                <a:spcPts val="1000"/>
              </a:spcAft>
            </a:pPr>
            <a:r>
              <a:rPr sz="1800" b="1"/>
              <a:t>Token Testing: </a:t>
            </a:r>
            <a:r>
              <a:rPr sz="1800"/>
              <a:t>Check token creation and access to protected endpoints.</a:t>
            </a:r>
          </a:p>
          <a:p>
            <a:pPr>
              <a:spcAft>
                <a:spcPts val="1000"/>
              </a:spcAft>
            </a:pPr>
            <a:r>
              <a:rPr sz="1800" b="1"/>
              <a:t>Security Testing: </a:t>
            </a:r>
            <a:r>
              <a:rPr sz="1800"/>
              <a:t>Test controlled error responses and input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6510528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A5A"/>
                </a:solidFill>
              </a:defRPr>
            </a:pPr>
            <a:r>
              <a:t>SOA Project Review-2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0" y="237744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latin typeface="Georgia"/>
              </a:defRPr>
            </a:pPr>
            <a:r>
              <a:t>THANK</a:t>
            </a:r>
            <a:br/>
            <a:r>
              <a:t>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0" y="6510528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A5A"/>
                </a:solidFill>
              </a:defRPr>
            </a:pPr>
            <a:r>
              <a:t>SOA Project Review-2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671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597</Words>
  <Application>Microsoft Office PowerPoint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Geddam Gana Pushpak Reddy</cp:lastModifiedBy>
  <cp:revision>2</cp:revision>
  <dcterms:created xsi:type="dcterms:W3CDTF">2013-01-27T09:14:16Z</dcterms:created>
  <dcterms:modified xsi:type="dcterms:W3CDTF">2026-09-22T09:11:47Z</dcterms:modified>
  <cp:category/>
</cp:coreProperties>
</file>